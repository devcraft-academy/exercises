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>
        <p:scale>
          <a:sx n="75" d="100"/>
          <a:sy n="75" d="100"/>
        </p:scale>
        <p:origin x="39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2080F-ECCC-05A8-A16C-CA776EAA3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13FE8B-7C08-B118-1437-A59F965FA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710E0B-A8A7-67FF-9EEB-07507D19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1578E8-92C0-5CAA-515E-302BF54B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7D45F1-E976-353E-BD7D-1517E211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361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24379-4EFF-15BD-7FE4-78D9318D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37F75-7A24-F20D-5B52-D92DD9967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081E9C-1AB2-C5A7-6AD7-43B612FC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C74931-9F05-8A0A-E2E1-A5C66BE5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8653A6-A9F8-35A1-37E9-741EA54A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88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4B225-FD29-1521-E331-E7142F7D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D9936C-7FAA-DB71-DE92-CE365348F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A8C786-8032-0EDD-26FF-3F05500A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2A95D6-78C8-7012-6F9C-CBF119C7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240CA9-CF25-417F-0CB6-DF2C1FAC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18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88C56-2273-8C0A-4590-6F847DBA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FFB675-042D-E863-B335-B33D44D7B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56A7E7-C6DA-3EA2-281C-8F38868F5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A0D3F6-3C8B-684C-E8AF-6B750F45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AD9CDB-68C8-7238-EC41-E9FB35095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5F0A0-E51D-A669-FDDA-374EEB55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794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DF91C-41AF-E7E2-3CFE-E93C907D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203531-54E0-DBD5-89B6-679A8397E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92C734-15B6-5735-5429-4D3852261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28D614-076C-7AAB-E68F-F1DAE955E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68C2B8-449F-BAD3-ED30-B82228601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88458E3-7326-BB70-8A98-2C56987F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9945D0B-B96B-26D3-AC8D-2541E5DA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95B643F-36EC-4615-9B40-32390FC8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62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6AD87-2691-17CC-386C-1CD68EDF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C468C8-F2E3-C31E-40DD-02082193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5C100C-69D1-33E7-2E7E-6F2F5864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95367C-6CB9-AF60-2959-B0E9569A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9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490A60-3EDB-CC38-C765-03B7E5EC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970913-A164-A836-8B01-77CFB21C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573737-BF69-680E-6D5E-2B54ED1C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762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DDB01-03B5-8A32-7D1E-6476A4CD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559DB7-542C-9D20-9570-B4202A53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7B06B6-3B4B-2739-2E06-57187D622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1FD4EB-5475-8F87-E3E5-58B0E790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F810EA-D4B9-D707-921E-F591F837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02C8AB-DB75-4BE7-D8A5-41A94CBE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825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359F8-88FD-65AD-B3F2-3933307E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BA3DC9-10C6-3D7E-1327-E2E75F5D5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1AAD95-5E39-7B5E-8DA4-1443940EC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0C0FFB-1078-875F-0BD7-57DE4D4F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AA0FFF-4572-8744-994C-B9F1401C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0D8F8A-B00B-D8FA-3015-63A0A210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13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082A9-4434-647D-3BAB-BE610360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FC48ED-EDC6-6F16-3DD2-9BEED12C1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0B4C6-861D-97B7-FDBF-BC4AE50E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ECCC51-60DD-21E6-00AC-3728AD5D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CC5009-97BF-A160-C128-DDF6D53F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439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35129CF-E66F-37FE-3247-3080554F5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1A503C-2AB8-D623-FDEF-EF666C733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506D5F-70E3-101A-935F-B99E5DF9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E2F45-E90D-3B04-94C0-DBC0385E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E9734E-2640-6D77-5F07-CB94DD01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71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2C67D10-DB1A-DC72-0556-49492EA9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19850-1448-37BF-5C00-DC888EDD8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A2A764-26F4-6A90-6B5F-BAE990D98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6BEE-FB06-4AC0-8F7C-9968C7A7B34A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DFB57C-9422-0035-A731-0A97BF951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D2673D-9351-F62A-E6FE-140E0AB1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49199-C3A1-422B-8710-F29593CC4A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71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8085FB5-1101-9EBF-A57C-EE1A06DA7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104633"/>
              </p:ext>
            </p:extLst>
          </p:nvPr>
        </p:nvGraphicFramePr>
        <p:xfrm>
          <a:off x="1898073" y="-1236980"/>
          <a:ext cx="3796145" cy="2473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96145">
                  <a:extLst>
                    <a:ext uri="{9D8B030D-6E8A-4147-A177-3AD203B41FA5}">
                      <a16:colId xmlns:a16="http://schemas.microsoft.com/office/drawing/2014/main" val="3427410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Kunde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26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+ String </a:t>
                      </a:r>
                      <a:r>
                        <a:rPr lang="de-DE" dirty="0" err="1"/>
                        <a:t>name</a:t>
                      </a:r>
                      <a:endParaRPr lang="de-DE" dirty="0"/>
                    </a:p>
                    <a:p>
                      <a:r>
                        <a:rPr lang="de-DE" dirty="0"/>
                        <a:t>+String email</a:t>
                      </a:r>
                    </a:p>
                    <a:p>
                      <a:r>
                        <a:rPr lang="de-DE" dirty="0"/>
                        <a:t>+String Adresse</a:t>
                      </a:r>
                    </a:p>
                    <a:p>
                      <a:r>
                        <a:rPr lang="de-DE" dirty="0"/>
                        <a:t>+List&lt;Bestellung&gt; </a:t>
                      </a:r>
                      <a:r>
                        <a:rPr lang="de-DE" dirty="0" err="1"/>
                        <a:t>bestellungen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54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+Registrieren()</a:t>
                      </a:r>
                    </a:p>
                    <a:p>
                      <a:r>
                        <a:rPr lang="de-DE" dirty="0"/>
                        <a:t>+</a:t>
                      </a:r>
                      <a:r>
                        <a:rPr lang="de-DE" dirty="0" err="1"/>
                        <a:t>login</a:t>
                      </a:r>
                      <a:r>
                        <a:rPr lang="de-DE" dirty="0"/>
                        <a:t>()</a:t>
                      </a:r>
                    </a:p>
                    <a:p>
                      <a:r>
                        <a:rPr lang="de-DE" dirty="0"/>
                        <a:t>+Bestellung aufgeben()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734067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CD5C2389-795B-4CB6-5A89-E3E4366435E4}"/>
              </a:ext>
            </a:extLst>
          </p:cNvPr>
          <p:cNvSpPr txBox="1"/>
          <p:nvPr/>
        </p:nvSpPr>
        <p:spPr>
          <a:xfrm>
            <a:off x="3181928" y="1580881"/>
            <a:ext cx="78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Hat &gt;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A56AE9D-AB30-265B-EF45-BE3DABD577CF}"/>
              </a:ext>
            </a:extLst>
          </p:cNvPr>
          <p:cNvSpPr txBox="1"/>
          <p:nvPr/>
        </p:nvSpPr>
        <p:spPr>
          <a:xfrm>
            <a:off x="2687783" y="1287688"/>
            <a:ext cx="78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CF9CDF-C817-BEAB-0BA2-63D6BB2AD099}"/>
              </a:ext>
            </a:extLst>
          </p:cNvPr>
          <p:cNvSpPr txBox="1"/>
          <p:nvPr/>
        </p:nvSpPr>
        <p:spPr>
          <a:xfrm>
            <a:off x="3796145" y="1874074"/>
            <a:ext cx="78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0..*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6AF06537-08B3-A049-E48A-045A35070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369815"/>
              </p:ext>
            </p:extLst>
          </p:nvPr>
        </p:nvGraphicFramePr>
        <p:xfrm>
          <a:off x="1745673" y="2568434"/>
          <a:ext cx="3796145" cy="1925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96145">
                  <a:extLst>
                    <a:ext uri="{9D8B030D-6E8A-4147-A177-3AD203B41FA5}">
                      <a16:colId xmlns:a16="http://schemas.microsoft.com/office/drawing/2014/main" val="3427410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Bestellung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26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- Date </a:t>
                      </a:r>
                      <a:r>
                        <a:rPr lang="de-DE" dirty="0" err="1"/>
                        <a:t>bestelldatum</a:t>
                      </a:r>
                      <a:endParaRPr lang="de-DE" dirty="0"/>
                    </a:p>
                    <a:p>
                      <a:r>
                        <a:rPr lang="de-DE" dirty="0"/>
                        <a:t>-String </a:t>
                      </a:r>
                      <a:r>
                        <a:rPr lang="de-DE" dirty="0" err="1"/>
                        <a:t>status</a:t>
                      </a:r>
                      <a:endParaRPr lang="de-DE" dirty="0"/>
                    </a:p>
                    <a:p>
                      <a:r>
                        <a:rPr lang="de-DE" dirty="0"/>
                        <a:t>+List&lt;Produkt&gt; </a:t>
                      </a:r>
                      <a:r>
                        <a:rPr lang="de-DE" dirty="0" err="1"/>
                        <a:t>produkte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54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+stornieren()</a:t>
                      </a:r>
                    </a:p>
                    <a:p>
                      <a:r>
                        <a:rPr lang="de-DE" dirty="0"/>
                        <a:t>+</a:t>
                      </a:r>
                      <a:r>
                        <a:rPr lang="de-DE" dirty="0" err="1"/>
                        <a:t>status</a:t>
                      </a:r>
                      <a:r>
                        <a:rPr lang="de-DE" dirty="0"/>
                        <a:t> ansehen()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734067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F580A4B-D613-8C09-BF64-ECC26F2F8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89807"/>
              </p:ext>
            </p:extLst>
          </p:nvPr>
        </p:nvGraphicFramePr>
        <p:xfrm>
          <a:off x="0" y="5583253"/>
          <a:ext cx="3796145" cy="1925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96145">
                  <a:extLst>
                    <a:ext uri="{9D8B030D-6E8A-4147-A177-3AD203B41FA5}">
                      <a16:colId xmlns:a16="http://schemas.microsoft.com/office/drawing/2014/main" val="3427410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Produkt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26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- String </a:t>
                      </a:r>
                      <a:r>
                        <a:rPr lang="de-DE" dirty="0" err="1"/>
                        <a:t>name</a:t>
                      </a:r>
                      <a:endParaRPr lang="de-DE" dirty="0"/>
                    </a:p>
                    <a:p>
                      <a:r>
                        <a:rPr lang="de-DE" dirty="0"/>
                        <a:t>-double preis</a:t>
                      </a:r>
                    </a:p>
                    <a:p>
                      <a:r>
                        <a:rPr lang="de-DE" dirty="0"/>
                        <a:t>+</a:t>
                      </a:r>
                      <a:r>
                        <a:rPr lang="de-DE" dirty="0" err="1"/>
                        <a:t>int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lagerbestand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54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+ändern()</a:t>
                      </a:r>
                    </a:p>
                    <a:p>
                      <a:r>
                        <a:rPr lang="de-DE" dirty="0"/>
                        <a:t>+anzeigen()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734067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A525B650-DD4D-2A6C-6E69-BD9AC3DFFC62}"/>
              </a:ext>
            </a:extLst>
          </p:cNvPr>
          <p:cNvSpPr txBox="1"/>
          <p:nvPr/>
        </p:nvSpPr>
        <p:spPr>
          <a:xfrm>
            <a:off x="1239309" y="4901354"/>
            <a:ext cx="2076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* enthält&gt; *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57B18226-D139-7216-F47E-BCB4C7D50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708328"/>
              </p:ext>
            </p:extLst>
          </p:nvPr>
        </p:nvGraphicFramePr>
        <p:xfrm>
          <a:off x="5364480" y="5583253"/>
          <a:ext cx="3796145" cy="1656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96145">
                  <a:extLst>
                    <a:ext uri="{9D8B030D-6E8A-4147-A177-3AD203B41FA5}">
                      <a16:colId xmlns:a16="http://schemas.microsoft.com/office/drawing/2014/main" val="3427410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Zahlung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26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- String </a:t>
                      </a:r>
                      <a:r>
                        <a:rPr lang="de-DE" dirty="0" err="1"/>
                        <a:t>art</a:t>
                      </a:r>
                      <a:endParaRPr lang="de-DE" dirty="0"/>
                    </a:p>
                    <a:p>
                      <a:r>
                        <a:rPr lang="de-DE" dirty="0"/>
                        <a:t>-double betrag</a:t>
                      </a:r>
                    </a:p>
                    <a:p>
                      <a:r>
                        <a:rPr lang="de-DE" dirty="0"/>
                        <a:t>+</a:t>
                      </a:r>
                      <a:r>
                        <a:rPr lang="de-DE" dirty="0" err="1"/>
                        <a:t>boolean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status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54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+verarbeiten()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734067"/>
                  </a:ext>
                </a:extLst>
              </a:tr>
            </a:tbl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27530F78-7DBA-653C-7112-4BF39F0AD321}"/>
              </a:ext>
            </a:extLst>
          </p:cNvPr>
          <p:cNvSpPr txBox="1"/>
          <p:nvPr/>
        </p:nvSpPr>
        <p:spPr>
          <a:xfrm>
            <a:off x="5186533" y="4927309"/>
            <a:ext cx="2076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 hat&gt; 1</a:t>
            </a:r>
          </a:p>
        </p:txBody>
      </p:sp>
    </p:spTree>
    <p:extLst>
      <p:ext uri="{BB962C8B-B14F-4D97-AF65-F5344CB8AC3E}">
        <p14:creationId xmlns:p14="http://schemas.microsoft.com/office/powerpoint/2010/main" val="74345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055D3F6-E2BE-945C-A7B9-3473CE31FC10}"/>
              </a:ext>
            </a:extLst>
          </p:cNvPr>
          <p:cNvSpPr/>
          <p:nvPr/>
        </p:nvSpPr>
        <p:spPr>
          <a:xfrm>
            <a:off x="5410200" y="289560"/>
            <a:ext cx="137160" cy="14935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A0AF88E-36B6-F28E-1E45-4F4D22FF9170}"/>
              </a:ext>
            </a:extLst>
          </p:cNvPr>
          <p:cNvSpPr txBox="1"/>
          <p:nvPr/>
        </p:nvSpPr>
        <p:spPr>
          <a:xfrm>
            <a:off x="4681728" y="701040"/>
            <a:ext cx="18470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Warenkorb leer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53141DE-57E6-BBCD-4C42-DBA7C93920F4}"/>
              </a:ext>
            </a:extLst>
          </p:cNvPr>
          <p:cNvSpPr txBox="1"/>
          <p:nvPr/>
        </p:nvSpPr>
        <p:spPr>
          <a:xfrm>
            <a:off x="4285488" y="1621536"/>
            <a:ext cx="2243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Warenkorb nicht leer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3CD2B3-9990-34D2-2BA6-3AB63AC432E5}"/>
              </a:ext>
            </a:extLst>
          </p:cNvPr>
          <p:cNvSpPr txBox="1"/>
          <p:nvPr/>
        </p:nvSpPr>
        <p:spPr>
          <a:xfrm>
            <a:off x="2846832" y="1147834"/>
            <a:ext cx="2243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Produkt hinzufügen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D25BFFA-BFD3-D33A-0AF4-E14E2432F49D}"/>
              </a:ext>
            </a:extLst>
          </p:cNvPr>
          <p:cNvSpPr txBox="1"/>
          <p:nvPr/>
        </p:nvSpPr>
        <p:spPr>
          <a:xfrm>
            <a:off x="5785104" y="1147834"/>
            <a:ext cx="2243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Produkte entfernen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6DE6F82-475D-6ABE-2B49-14AFEDBBCD2C}"/>
              </a:ext>
            </a:extLst>
          </p:cNvPr>
          <p:cNvSpPr txBox="1"/>
          <p:nvPr/>
        </p:nvSpPr>
        <p:spPr>
          <a:xfrm>
            <a:off x="3724656" y="2700004"/>
            <a:ext cx="112166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bestellt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EB9DF32-775E-E0DD-06E4-4F54DDBC0A73}"/>
              </a:ext>
            </a:extLst>
          </p:cNvPr>
          <p:cNvSpPr txBox="1"/>
          <p:nvPr/>
        </p:nvSpPr>
        <p:spPr>
          <a:xfrm>
            <a:off x="3361944" y="2160770"/>
            <a:ext cx="2243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Bestellung aufgeben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2BD0CB4-5868-0FCA-5C45-B8B3FE4E5445}"/>
              </a:ext>
            </a:extLst>
          </p:cNvPr>
          <p:cNvSpPr txBox="1"/>
          <p:nvPr/>
        </p:nvSpPr>
        <p:spPr>
          <a:xfrm>
            <a:off x="3194304" y="3658863"/>
            <a:ext cx="16520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In Zubereitung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A3B215-9C6F-1469-28F3-653B730540B9}"/>
              </a:ext>
            </a:extLst>
          </p:cNvPr>
          <p:cNvSpPr txBox="1"/>
          <p:nvPr/>
        </p:nvSpPr>
        <p:spPr>
          <a:xfrm>
            <a:off x="3110484" y="3199137"/>
            <a:ext cx="274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Bestellung aufgenommen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1CC900E-1853-366C-3508-CD61510397A0}"/>
              </a:ext>
            </a:extLst>
          </p:cNvPr>
          <p:cNvSpPr txBox="1"/>
          <p:nvPr/>
        </p:nvSpPr>
        <p:spPr>
          <a:xfrm>
            <a:off x="3255264" y="4566641"/>
            <a:ext cx="165201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Fertig zur Lieferung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D75C0E7-CF6D-70CB-BF09-A634100E6EA7}"/>
              </a:ext>
            </a:extLst>
          </p:cNvPr>
          <p:cNvSpPr txBox="1"/>
          <p:nvPr/>
        </p:nvSpPr>
        <p:spPr>
          <a:xfrm>
            <a:off x="3255264" y="4106915"/>
            <a:ext cx="274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zubereiten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ED4D1BC-0F52-96F2-3A71-872EB28968B1}"/>
              </a:ext>
            </a:extLst>
          </p:cNvPr>
          <p:cNvSpPr txBox="1"/>
          <p:nvPr/>
        </p:nvSpPr>
        <p:spPr>
          <a:xfrm>
            <a:off x="3308604" y="5212972"/>
            <a:ext cx="274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ausliefern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8631C17-360B-C25B-74A4-8EB026374B9B}"/>
              </a:ext>
            </a:extLst>
          </p:cNvPr>
          <p:cNvSpPr txBox="1"/>
          <p:nvPr/>
        </p:nvSpPr>
        <p:spPr>
          <a:xfrm>
            <a:off x="3194304" y="5710166"/>
            <a:ext cx="16520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geliefert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03F2BA-C85B-8CB9-A96C-7D65888A44E3}"/>
              </a:ext>
            </a:extLst>
          </p:cNvPr>
          <p:cNvSpPr txBox="1"/>
          <p:nvPr/>
        </p:nvSpPr>
        <p:spPr>
          <a:xfrm>
            <a:off x="3255264" y="6156960"/>
            <a:ext cx="274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Bezahlvorgang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ECF7789-43A8-3A2F-D019-01FD83654E4D}"/>
              </a:ext>
            </a:extLst>
          </p:cNvPr>
          <p:cNvSpPr txBox="1"/>
          <p:nvPr/>
        </p:nvSpPr>
        <p:spPr>
          <a:xfrm>
            <a:off x="3221736" y="6616186"/>
            <a:ext cx="16520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bezahlt</a:t>
            </a:r>
          </a:p>
        </p:txBody>
      </p:sp>
    </p:spTree>
    <p:extLst>
      <p:ext uri="{BB962C8B-B14F-4D97-AF65-F5344CB8AC3E}">
        <p14:creationId xmlns:p14="http://schemas.microsoft.com/office/powerpoint/2010/main" val="276236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A42C2D1-4A5B-0E03-88F2-BC6BDDB28617}"/>
              </a:ext>
            </a:extLst>
          </p:cNvPr>
          <p:cNvCxnSpPr/>
          <p:nvPr/>
        </p:nvCxnSpPr>
        <p:spPr>
          <a:xfrm>
            <a:off x="1188720" y="1442720"/>
            <a:ext cx="0" cy="426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98D60B92-E20C-1200-1A9C-D269C3D37762}"/>
              </a:ext>
            </a:extLst>
          </p:cNvPr>
          <p:cNvSpPr txBox="1"/>
          <p:nvPr/>
        </p:nvSpPr>
        <p:spPr>
          <a:xfrm>
            <a:off x="406518" y="963414"/>
            <a:ext cx="78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Kunde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A40AA85-280C-FB61-F95C-87F38332C00B}"/>
              </a:ext>
            </a:extLst>
          </p:cNvPr>
          <p:cNvSpPr txBox="1"/>
          <p:nvPr/>
        </p:nvSpPr>
        <p:spPr>
          <a:xfrm>
            <a:off x="2865238" y="963414"/>
            <a:ext cx="1457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Bestellsystem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E895D48-8A19-F8F5-D9F9-4EC8AC273F9F}"/>
              </a:ext>
            </a:extLst>
          </p:cNvPr>
          <p:cNvSpPr txBox="1"/>
          <p:nvPr/>
        </p:nvSpPr>
        <p:spPr>
          <a:xfrm>
            <a:off x="5998822" y="932934"/>
            <a:ext cx="758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Küche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25A4970-CC80-3DA8-5568-E632D5EA6A64}"/>
              </a:ext>
            </a:extLst>
          </p:cNvPr>
          <p:cNvCxnSpPr/>
          <p:nvPr/>
        </p:nvCxnSpPr>
        <p:spPr>
          <a:xfrm>
            <a:off x="3624251" y="1442720"/>
            <a:ext cx="0" cy="426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35E13CB4-36BC-2864-3B7C-6BEC7BFE28F1}"/>
              </a:ext>
            </a:extLst>
          </p:cNvPr>
          <p:cNvCxnSpPr/>
          <p:nvPr/>
        </p:nvCxnSpPr>
        <p:spPr>
          <a:xfrm>
            <a:off x="6425831" y="1442720"/>
            <a:ext cx="0" cy="426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71BAE3E-8115-2370-E50D-2D4417E89DD8}"/>
              </a:ext>
            </a:extLst>
          </p:cNvPr>
          <p:cNvCxnSpPr/>
          <p:nvPr/>
        </p:nvCxnSpPr>
        <p:spPr>
          <a:xfrm>
            <a:off x="1219200" y="5188186"/>
            <a:ext cx="2405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36A2358B-F3D7-9955-32CE-064549EAE0A4}"/>
              </a:ext>
            </a:extLst>
          </p:cNvPr>
          <p:cNvSpPr txBox="1"/>
          <p:nvPr/>
        </p:nvSpPr>
        <p:spPr>
          <a:xfrm>
            <a:off x="1179300" y="1410453"/>
            <a:ext cx="223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Bestellung abschicken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4503B09-E09B-EB03-1D21-1AA796025633}"/>
              </a:ext>
            </a:extLst>
          </p:cNvPr>
          <p:cNvCxnSpPr/>
          <p:nvPr/>
        </p:nvCxnSpPr>
        <p:spPr>
          <a:xfrm>
            <a:off x="3830320" y="2123440"/>
            <a:ext cx="2405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3E426A28-5734-876A-E90D-F1128402F980}"/>
              </a:ext>
            </a:extLst>
          </p:cNvPr>
          <p:cNvSpPr txBox="1"/>
          <p:nvPr/>
        </p:nvSpPr>
        <p:spPr>
          <a:xfrm>
            <a:off x="3820899" y="1705094"/>
            <a:ext cx="2347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Bestellung weiterleiten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48DFEC0-F1C8-2193-AA13-B1393CF19D75}"/>
              </a:ext>
            </a:extLst>
          </p:cNvPr>
          <p:cNvSpPr txBox="1"/>
          <p:nvPr/>
        </p:nvSpPr>
        <p:spPr>
          <a:xfrm>
            <a:off x="2760754" y="2651481"/>
            <a:ext cx="1906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Bestellbestätigung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174DE91-DE13-365C-4458-01303CBA4E12}"/>
              </a:ext>
            </a:extLst>
          </p:cNvPr>
          <p:cNvCxnSpPr>
            <a:cxnSpLocks/>
          </p:cNvCxnSpPr>
          <p:nvPr/>
        </p:nvCxnSpPr>
        <p:spPr>
          <a:xfrm flipH="1">
            <a:off x="1379181" y="3078480"/>
            <a:ext cx="485619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EDFDB11-00FC-2981-124E-69E96C8464C8}"/>
              </a:ext>
            </a:extLst>
          </p:cNvPr>
          <p:cNvCxnSpPr>
            <a:cxnSpLocks/>
          </p:cNvCxnSpPr>
          <p:nvPr/>
        </p:nvCxnSpPr>
        <p:spPr>
          <a:xfrm flipH="1">
            <a:off x="1379181" y="3576320"/>
            <a:ext cx="485619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85EBB75-A20F-2074-6F58-0398FD1D5833}"/>
              </a:ext>
            </a:extLst>
          </p:cNvPr>
          <p:cNvSpPr txBox="1"/>
          <p:nvPr/>
        </p:nvSpPr>
        <p:spPr>
          <a:xfrm>
            <a:off x="2760754" y="3149320"/>
            <a:ext cx="117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Info Dauer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4E2E456B-340B-9F0E-4D61-410FCADA069A}"/>
              </a:ext>
            </a:extLst>
          </p:cNvPr>
          <p:cNvCxnSpPr>
            <a:cxnSpLocks/>
          </p:cNvCxnSpPr>
          <p:nvPr/>
        </p:nvCxnSpPr>
        <p:spPr>
          <a:xfrm flipH="1">
            <a:off x="1402225" y="4084320"/>
            <a:ext cx="485619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25CE1DA6-4BD2-8A55-012D-958DDCF719B5}"/>
              </a:ext>
            </a:extLst>
          </p:cNvPr>
          <p:cNvSpPr txBox="1"/>
          <p:nvPr/>
        </p:nvSpPr>
        <p:spPr>
          <a:xfrm>
            <a:off x="2857560" y="3704828"/>
            <a:ext cx="18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Statusänderungen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26CD911-54C8-AD73-D83C-9EB88B0134ED}"/>
              </a:ext>
            </a:extLst>
          </p:cNvPr>
          <p:cNvCxnSpPr>
            <a:cxnSpLocks/>
          </p:cNvCxnSpPr>
          <p:nvPr/>
        </p:nvCxnSpPr>
        <p:spPr>
          <a:xfrm flipH="1">
            <a:off x="1379180" y="4714240"/>
            <a:ext cx="221459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1861ACCD-B16A-9F5F-9E89-3DB7C00ADD6F}"/>
              </a:ext>
            </a:extLst>
          </p:cNvPr>
          <p:cNvSpPr txBox="1"/>
          <p:nvPr/>
        </p:nvSpPr>
        <p:spPr>
          <a:xfrm>
            <a:off x="1362252" y="4339548"/>
            <a:ext cx="2253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Zahlungsaufforderung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5A5E075-B8E9-B904-FA3B-BEFD76015B05}"/>
              </a:ext>
            </a:extLst>
          </p:cNvPr>
          <p:cNvSpPr txBox="1"/>
          <p:nvPr/>
        </p:nvSpPr>
        <p:spPr>
          <a:xfrm>
            <a:off x="1402225" y="4818854"/>
            <a:ext cx="92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Zahlung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E20B06FB-2560-63DF-6CF7-5EFEAD2D2F96}"/>
              </a:ext>
            </a:extLst>
          </p:cNvPr>
          <p:cNvCxnSpPr/>
          <p:nvPr/>
        </p:nvCxnSpPr>
        <p:spPr>
          <a:xfrm>
            <a:off x="1188720" y="1889760"/>
            <a:ext cx="2405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7D92903-1DA0-656B-57C9-FF10E76D1F8B}"/>
              </a:ext>
            </a:extLst>
          </p:cNvPr>
          <p:cNvCxnSpPr>
            <a:cxnSpLocks/>
          </p:cNvCxnSpPr>
          <p:nvPr/>
        </p:nvCxnSpPr>
        <p:spPr>
          <a:xfrm flipH="1">
            <a:off x="1219200" y="5628640"/>
            <a:ext cx="242809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C1EA6F82-DC23-702A-3D6E-A16E4DFE62DE}"/>
              </a:ext>
            </a:extLst>
          </p:cNvPr>
          <p:cNvSpPr txBox="1"/>
          <p:nvPr/>
        </p:nvSpPr>
        <p:spPr>
          <a:xfrm>
            <a:off x="1552929" y="5287441"/>
            <a:ext cx="128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Bestätigung</a:t>
            </a:r>
          </a:p>
        </p:txBody>
      </p:sp>
    </p:spTree>
    <p:extLst>
      <p:ext uri="{BB962C8B-B14F-4D97-AF65-F5344CB8AC3E}">
        <p14:creationId xmlns:p14="http://schemas.microsoft.com/office/powerpoint/2010/main" val="331961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Breitbild</PresentationFormat>
  <Paragraphs>55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vsaeubert@gmail.com</dc:creator>
  <cp:lastModifiedBy>vsaeubert@gmail.com</cp:lastModifiedBy>
  <cp:revision>1</cp:revision>
  <dcterms:created xsi:type="dcterms:W3CDTF">2025-10-21T18:39:42Z</dcterms:created>
  <dcterms:modified xsi:type="dcterms:W3CDTF">2025-10-21T18:40:08Z</dcterms:modified>
</cp:coreProperties>
</file>