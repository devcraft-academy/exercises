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Intelligentes Patient:innendatenmanagement</a:t>
            </a:r>
          </a:p>
          <a:p>
            <a:r>
              <a:t>für eine vernetzte Gesundheitsversorgung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Gesundheitsdienstleister:innen</a:t>
            </a:r>
          </a:p>
          <a:p>
            <a:r>
              <a:t>Verwaltung &amp; IT</a:t>
            </a:r>
          </a:p>
          <a:p>
            <a:r>
              <a:t>Patient:innen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Herausforderungen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Fragmentierte Systeme</a:t>
            </a:r>
          </a:p>
          <a:p>
            <a:r>
              <a:t>Hoher Verwaltungsaufwand</a:t>
            </a:r>
          </a:p>
          <a:p>
            <a:r>
              <a:t>Kommunikationslücken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Zentrale Plattform</a:t>
            </a:r>
          </a:p>
          <a:p>
            <a:r>
              <a:t>Sichere Kommunikation</a:t>
            </a:r>
          </a:p>
          <a:p>
            <a:r>
              <a:t>Effizientes Datenmanagement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Mehr Zeit für Patient:innen</a:t>
            </a:r>
          </a:p>
          <a:p>
            <a:r>
              <a:t>Bessere Datenqualität</a:t>
            </a:r>
          </a:p>
          <a:p>
            <a:r>
              <a:t>Höhere Zufriedenheit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Kompatibilität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DSGVO-konform</a:t>
            </a:r>
          </a:p>
          <a:p>
            <a:r>
              <a:t>Integration bestehender Systeme</a:t>
            </a:r>
          </a:p>
          <a:p>
            <a:r>
              <a:t>Skalierbar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Alleinstellungsmerkmale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Personalisierte Betreuung</a:t>
            </a:r>
          </a:p>
          <a:p>
            <a:r>
              <a:t>KI-gestützte Prozesse</a:t>
            </a:r>
          </a:p>
          <a:p>
            <a:r>
              <a:t>Hohe Benutzerfreundlichkeit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Einführungsfahrplan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</a:t>
            </a:r>
          </a:p>
          <a:p>
            <a:r>
              <a:t>Integration</a:t>
            </a:r>
          </a:p>
          <a:p>
            <a:r>
              <a:t>Schulung</a:t>
            </a:r>
          </a:p>
          <a:p>
            <a:r>
              <a:t>Go-Live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Live-Demo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Echtzeit-Einblick in CareConnect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Abschluss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Partnerschaft für bessere Gesundheitsversorgung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